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</p:sldMasterIdLst>
  <p:sldIdLst>
    <p:sldId id="256" r:id="rId4"/>
    <p:sldId id="257" r:id="rId5"/>
    <p:sldId id="258" r:id="rId6"/>
  </p:sldIdLst>
  <p:sldSz cx="11520488" cy="6480175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upt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 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47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14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stomShape 7"/>
          <p:cNvSpPr/>
          <p:nvPr/>
        </p:nvSpPr>
        <p:spPr>
          <a:xfrm>
            <a:off x="11196720" y="5216400"/>
            <a:ext cx="357480" cy="108000"/>
          </a:xfrm>
          <a:prstGeom prst="rect">
            <a:avLst/>
          </a:prstGeom>
          <a:solidFill>
            <a:srgbClr val="F294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144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7"/>
          <p:cNvSpPr/>
          <p:nvPr userDrawn="1"/>
        </p:nvSpPr>
        <p:spPr>
          <a:xfrm>
            <a:off x="11196720" y="5216400"/>
            <a:ext cx="357480" cy="108000"/>
          </a:xfrm>
          <a:prstGeom prst="rect">
            <a:avLst/>
          </a:prstGeom>
          <a:solidFill>
            <a:srgbClr val="F294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000" y="-72000"/>
            <a:ext cx="11592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40000" y="2160000"/>
            <a:ext cx="1007964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Layout: »Hauptfolie leer«</a:t>
            </a:r>
          </a:p>
          <a:p>
            <a:pPr>
              <a:lnSpc>
                <a:spcPct val="150000"/>
              </a:lnSpc>
            </a:pPr>
            <a:r>
              <a:rPr lang="de-DE" sz="1600" b="0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Text, Text, Text ...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540000" y="1260000"/>
            <a:ext cx="792000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Hauptfolie</a:t>
            </a:r>
            <a:endParaRPr lang="de-DE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40000" y="2160000"/>
            <a:ext cx="1007964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Layout: »Einfache Folie leer«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de-DE" sz="1600" b="0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Text, Text, Text ...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540000" y="1260000"/>
            <a:ext cx="1007964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Vereinfachte Folie</a:t>
            </a:r>
            <a:endParaRPr lang="de-DE" sz="2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40000" y="2160000"/>
            <a:ext cx="10079640" cy="179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de-DE" sz="1600" b="1" spc="-1" smtClean="0">
                <a:solidFill>
                  <a:srgbClr val="000000"/>
                </a:solidFill>
                <a:latin typeface="Arial"/>
                <a:ea typeface="DejaVu Sans"/>
              </a:rPr>
              <a:t>Layout: »Minimal leer«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de-DE" sz="1600" b="0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Text, Text, Text ...</a:t>
            </a: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  <a:p>
            <a:pPr>
              <a:lnSpc>
                <a:spcPct val="150000"/>
              </a:lnSpc>
            </a:pPr>
            <a:endParaRPr lang="de-DE" sz="1600" b="0" strike="noStrike" spc="-1"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40000" y="5976000"/>
            <a:ext cx="10439640" cy="2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de-DE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Optional: Fußleiste für Kontaktdaten oder sonstige Angaben.</a:t>
            </a:r>
            <a:endParaRPr lang="de-DE" sz="1200" b="0" strike="noStrike" spc="-1">
              <a:latin typeface="Arial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540000" y="1260000"/>
            <a:ext cx="10079640" cy="6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00000"/>
              </a:lnSpc>
            </a:pPr>
            <a:r>
              <a:rPr lang="de-DE" sz="2800" b="1" strike="noStrike" spc="-1" smtClean="0">
                <a:solidFill>
                  <a:srgbClr val="000000"/>
                </a:solidFill>
                <a:latin typeface="Arial"/>
                <a:ea typeface="DejaVu Sans"/>
              </a:rPr>
              <a:t>Minimale Folie</a:t>
            </a:r>
            <a:endParaRPr lang="de-DE" sz="2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5747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uptfoli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infach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nimal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</Words>
  <Application>Microsoft Office PowerPoint</Application>
  <PresentationFormat>Benutzerdefiniert</PresentationFormat>
  <Paragraphs>12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DejaVu Sans</vt:lpstr>
      <vt:lpstr>Hauptfolie</vt:lpstr>
      <vt:lpstr>Einfache Folie</vt:lpstr>
      <vt:lpstr>Minimale Folie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Muster</dc:title>
  <dc:subject/>
  <dc:creator>Universität Kiel  (CAU)</dc:creator>
  <dc:description/>
  <cp:lastModifiedBy>CAU</cp:lastModifiedBy>
  <cp:revision>52</cp:revision>
  <cp:lastPrinted>1601-01-01T00:00:00Z</cp:lastPrinted>
  <dcterms:created xsi:type="dcterms:W3CDTF">2010-06-02T10:39:48Z</dcterms:created>
  <dcterms:modified xsi:type="dcterms:W3CDTF">2021-02-01T23:20:56Z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