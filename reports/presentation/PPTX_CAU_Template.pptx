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ti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sldIdLst>
    <p:sldId id="256" r:id="rId3"/>
    <p:sldId id="257" r:id="rId4"/>
  </p:sldIdLst>
  <p:sldSz cx="11520488" cy="6480175"/>
  <p:notesSz cx="7559675" cy="10691813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5620"/>
    <p:restoredTop sz="94660"/>
  </p:normalViewPr>
  <p:slideViewPr>
    <p:cSldViewPr snapToGrid="0">
      <p:cViewPr varScale="1">
        <p:scale>
          <a:sx n="58" d="100"/>
          <a:sy n="58" d="100"/>
        </p:scale>
        <p:origin x="90" y="7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uptfolie 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nimal 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"/>
          <p:cNvGrpSpPr/>
          <p:nvPr/>
        </p:nvGrpSpPr>
        <p:grpSpPr>
          <a:xfrm>
            <a:off x="11196720" y="3600360"/>
            <a:ext cx="357480" cy="2373840"/>
            <a:chOff x="11196720" y="3600360"/>
            <a:chExt cx="357480" cy="2373840"/>
          </a:xfrm>
        </p:grpSpPr>
        <p:sp>
          <p:nvSpPr>
            <p:cNvPr id="13" name="CustomShape 2"/>
            <p:cNvSpPr/>
            <p:nvPr/>
          </p:nvSpPr>
          <p:spPr>
            <a:xfrm>
              <a:off x="11196720" y="3600360"/>
              <a:ext cx="357480" cy="109800"/>
            </a:xfrm>
            <a:prstGeom prst="rect">
              <a:avLst/>
            </a:prstGeom>
            <a:solidFill>
              <a:srgbClr val="56238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2" name="CustomShape 3"/>
            <p:cNvSpPr/>
            <p:nvPr/>
          </p:nvSpPr>
          <p:spPr>
            <a:xfrm>
              <a:off x="11196720" y="3922560"/>
              <a:ext cx="357480" cy="109800"/>
            </a:xfrm>
            <a:prstGeom prst="rect">
              <a:avLst/>
            </a:prstGeom>
            <a:solidFill>
              <a:srgbClr val="E43117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3" name="CustomShape 4"/>
            <p:cNvSpPr/>
            <p:nvPr/>
          </p:nvSpPr>
          <p:spPr>
            <a:xfrm>
              <a:off x="11196720" y="4246560"/>
              <a:ext cx="357480" cy="109800"/>
            </a:xfrm>
            <a:prstGeom prst="rect">
              <a:avLst/>
            </a:prstGeom>
            <a:solidFill>
              <a:srgbClr val="A8D51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4" name="CustomShape 5"/>
            <p:cNvSpPr/>
            <p:nvPr/>
          </p:nvSpPr>
          <p:spPr>
            <a:xfrm>
              <a:off x="11196720" y="4570560"/>
              <a:ext cx="357480" cy="109800"/>
            </a:xfrm>
            <a:prstGeom prst="rect">
              <a:avLst/>
            </a:prstGeom>
            <a:solidFill>
              <a:srgbClr val="6AACDA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5" name="CustomShape 6"/>
            <p:cNvSpPr/>
            <p:nvPr/>
          </p:nvSpPr>
          <p:spPr>
            <a:xfrm>
              <a:off x="11196720" y="4894200"/>
              <a:ext cx="357480" cy="109800"/>
            </a:xfrm>
            <a:prstGeom prst="rect">
              <a:avLst/>
            </a:prstGeom>
            <a:solidFill>
              <a:srgbClr val="39842E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6" name="CustomShape 7"/>
            <p:cNvSpPr/>
            <p:nvPr/>
          </p:nvSpPr>
          <p:spPr>
            <a:xfrm>
              <a:off x="11196720" y="5216400"/>
              <a:ext cx="357480" cy="108000"/>
            </a:xfrm>
            <a:prstGeom prst="rect">
              <a:avLst/>
            </a:prstGeom>
            <a:solidFill>
              <a:srgbClr val="F2940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" name="CustomShape 8"/>
            <p:cNvSpPr/>
            <p:nvPr/>
          </p:nvSpPr>
          <p:spPr>
            <a:xfrm>
              <a:off x="11196720" y="5540400"/>
              <a:ext cx="357480" cy="109800"/>
            </a:xfrm>
            <a:prstGeom prst="rect">
              <a:avLst/>
            </a:prstGeom>
            <a:solidFill>
              <a:srgbClr val="00677C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" name="CustomShape 9"/>
            <p:cNvSpPr/>
            <p:nvPr/>
          </p:nvSpPr>
          <p:spPr>
            <a:xfrm>
              <a:off x="11196720" y="5864400"/>
              <a:ext cx="357480" cy="109800"/>
            </a:xfrm>
            <a:prstGeom prst="rect">
              <a:avLst/>
            </a:prstGeom>
            <a:solidFill>
              <a:srgbClr val="003D8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pic>
        <p:nvPicPr>
          <p:cNvPr id="10" name="Grafik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000" y="-72000"/>
            <a:ext cx="11592000" cy="10800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000" y="-72000"/>
            <a:ext cx="11592000" cy="7200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CustomShape 2"/>
          <p:cNvSpPr/>
          <p:nvPr/>
        </p:nvSpPr>
        <p:spPr>
          <a:xfrm>
            <a:off x="540000" y="5976000"/>
            <a:ext cx="10439640" cy="287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/>
          <a:lstStyle/>
          <a:p>
            <a:pPr>
              <a:lnSpc>
                <a:spcPct val="100000"/>
              </a:lnSpc>
            </a:pPr>
            <a:r>
              <a:rPr lang="de-DE" sz="1200" b="0" strike="noStrike" spc="-1">
                <a:solidFill>
                  <a:srgbClr val="000000"/>
                </a:solidFill>
                <a:latin typeface="Arial"/>
                <a:ea typeface="DejaVu Sans"/>
              </a:rPr>
              <a:t>Optional: Fußleiste für Kontaktdaten oder sonstige Angaben.</a:t>
            </a:r>
            <a:endParaRPr lang="de-DE" sz="1200" b="0" strike="noStrike" spc="-1">
              <a:latin typeface="Arial"/>
            </a:endParaRPr>
          </a:p>
        </p:txBody>
      </p:sp>
      <p:sp>
        <p:nvSpPr>
          <p:cNvPr id="5" name="CustomShape 1"/>
          <p:cNvSpPr/>
          <p:nvPr/>
        </p:nvSpPr>
        <p:spPr>
          <a:xfrm>
            <a:off x="540000" y="2160000"/>
            <a:ext cx="10079640" cy="216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>
              <a:lnSpc>
                <a:spcPct val="150000"/>
              </a:lnSpc>
            </a:pPr>
            <a:r>
              <a:rPr lang="de-DE" sz="1600" b="1" strike="noStrike" spc="-1" smtClean="0">
                <a:solidFill>
                  <a:srgbClr val="000000"/>
                </a:solidFill>
                <a:latin typeface="Arial"/>
                <a:ea typeface="DejaVu Sans"/>
              </a:rPr>
              <a:t>Layout: »Hauptfolie leer«</a:t>
            </a:r>
          </a:p>
          <a:p>
            <a:pPr>
              <a:lnSpc>
                <a:spcPct val="100000"/>
              </a:lnSpc>
            </a:pPr>
            <a:endParaRPr lang="de-DE" sz="1600" spc="-1" smtClean="0">
              <a:solidFill>
                <a:srgbClr val="000000"/>
              </a:solidFill>
            </a:endParaRPr>
          </a:p>
          <a:p>
            <a:pPr>
              <a:lnSpc>
                <a:spcPct val="100000"/>
              </a:lnSpc>
            </a:pPr>
            <a:r>
              <a:rPr lang="de-DE" sz="1600" spc="-1" smtClean="0">
                <a:solidFill>
                  <a:srgbClr val="000000"/>
                </a:solidFill>
              </a:rPr>
              <a:t>Hier </a:t>
            </a:r>
            <a:r>
              <a:rPr lang="de-DE" sz="1600" spc="-1">
                <a:solidFill>
                  <a:srgbClr val="000000"/>
                </a:solidFill>
              </a:rPr>
              <a:t>kommen Texte, Bilder, Grafiken etc. hin.</a:t>
            </a:r>
            <a:endParaRPr lang="de-DE" sz="1600" spc="-1"/>
          </a:p>
          <a:p>
            <a:pPr>
              <a:lnSpc>
                <a:spcPct val="100000"/>
              </a:lnSpc>
            </a:pPr>
            <a:endParaRPr lang="de-DE" sz="1600" spc="-1"/>
          </a:p>
          <a:p>
            <a:pPr>
              <a:lnSpc>
                <a:spcPct val="100000"/>
              </a:lnSpc>
            </a:pPr>
            <a:r>
              <a:rPr lang="de-DE" sz="1600" spc="-1">
                <a:solidFill>
                  <a:srgbClr val="000000"/>
                </a:solidFill>
              </a:rPr>
              <a:t>Die Spalte mit dem bunten Kästchen (rechts außen) sollte auf der Startfolie vorhanden sein, </a:t>
            </a:r>
            <a:endParaRPr lang="de-DE" sz="1600" spc="-1"/>
          </a:p>
          <a:p>
            <a:pPr>
              <a:lnSpc>
                <a:spcPct val="100000"/>
              </a:lnSpc>
            </a:pPr>
            <a:r>
              <a:rPr lang="de-DE" sz="1600" spc="-1">
                <a:solidFill>
                  <a:srgbClr val="000000"/>
                </a:solidFill>
              </a:rPr>
              <a:t>muss aber nicht notwendigerweise auf den folgenden Folien </a:t>
            </a:r>
            <a:r>
              <a:rPr lang="de-DE" sz="1600" spc="-1" smtClean="0">
                <a:solidFill>
                  <a:srgbClr val="000000"/>
                </a:solidFill>
              </a:rPr>
              <a:t>stehen.</a:t>
            </a:r>
            <a:endParaRPr lang="de-DE" sz="1600" spc="-1"/>
          </a:p>
          <a:p>
            <a:pPr>
              <a:lnSpc>
                <a:spcPct val="150000"/>
              </a:lnSpc>
            </a:pPr>
            <a:endParaRPr lang="de-DE" sz="1600" b="0" strike="noStrike" spc="-1">
              <a:latin typeface="Arial"/>
            </a:endParaRPr>
          </a:p>
        </p:txBody>
      </p:sp>
      <p:sp>
        <p:nvSpPr>
          <p:cNvPr id="6" name="CustomShape 3"/>
          <p:cNvSpPr/>
          <p:nvPr/>
        </p:nvSpPr>
        <p:spPr>
          <a:xfrm>
            <a:off x="540000" y="1260000"/>
            <a:ext cx="10080000" cy="647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lang="de-DE" sz="2800" b="1" strike="noStrike" spc="-1" smtClean="0">
                <a:solidFill>
                  <a:srgbClr val="000000"/>
                </a:solidFill>
                <a:latin typeface="Arial"/>
                <a:ea typeface="DejaVu Sans"/>
              </a:rPr>
              <a:t>Hauptfolie</a:t>
            </a:r>
            <a:endParaRPr lang="de-DE" sz="2800" b="0" strike="noStrike" spc="-1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stomShape 3"/>
          <p:cNvSpPr/>
          <p:nvPr/>
        </p:nvSpPr>
        <p:spPr>
          <a:xfrm>
            <a:off x="540000" y="1260000"/>
            <a:ext cx="10080000" cy="647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lang="de-DE" sz="2800" b="1" strike="noStrike" spc="-1" smtClean="0">
                <a:latin typeface="Arial"/>
              </a:rPr>
              <a:t>Minimale Folie</a:t>
            </a:r>
            <a:endParaRPr lang="de-DE" sz="2800" b="1" strike="noStrike" spc="-1">
              <a:latin typeface="Arial"/>
            </a:endParaRPr>
          </a:p>
        </p:txBody>
      </p:sp>
      <p:sp>
        <p:nvSpPr>
          <p:cNvPr id="3" name="CustomShape 1"/>
          <p:cNvSpPr/>
          <p:nvPr/>
        </p:nvSpPr>
        <p:spPr>
          <a:xfrm>
            <a:off x="540000" y="2160000"/>
            <a:ext cx="10079640" cy="216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>
              <a:lnSpc>
                <a:spcPct val="150000"/>
              </a:lnSpc>
            </a:pPr>
            <a:r>
              <a:rPr lang="de-DE" sz="1600" b="1" strike="noStrike" spc="-1" smtClean="0">
                <a:solidFill>
                  <a:srgbClr val="000000"/>
                </a:solidFill>
                <a:latin typeface="Arial"/>
                <a:ea typeface="DejaVu Sans"/>
              </a:rPr>
              <a:t>Layout: »Minimal leer«</a:t>
            </a:r>
          </a:p>
          <a:p>
            <a:pPr>
              <a:lnSpc>
                <a:spcPct val="100000"/>
              </a:lnSpc>
            </a:pPr>
            <a:endParaRPr lang="de-DE" sz="1600" spc="-1" smtClean="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Hauptfoli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inimale Foli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62</Words>
  <Application>Microsoft Office PowerPoint</Application>
  <PresentationFormat>Benutzerdefiniert</PresentationFormat>
  <Paragraphs>10</Paragraphs>
  <Slides>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2</vt:i4>
      </vt:variant>
      <vt:variant>
        <vt:lpstr>Folientitel</vt:lpstr>
      </vt:variant>
      <vt:variant>
        <vt:i4>2</vt:i4>
      </vt:variant>
    </vt:vector>
  </HeadingPairs>
  <TitlesOfParts>
    <vt:vector size="6" baseType="lpstr">
      <vt:lpstr>Arial</vt:lpstr>
      <vt:lpstr>DejaVu Sans</vt:lpstr>
      <vt:lpstr>Hauptfolie</vt:lpstr>
      <vt:lpstr>Minimale Folie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Muster</dc:title>
  <dc:subject/>
  <dc:creator>Universität Kiel  (CAU)</dc:creator>
  <dc:description/>
  <cp:lastModifiedBy>CAU</cp:lastModifiedBy>
  <cp:revision>48</cp:revision>
  <cp:lastPrinted>1601-01-01T00:00:00Z</cp:lastPrinted>
  <dcterms:created xsi:type="dcterms:W3CDTF">2010-06-02T10:39:48Z</dcterms:created>
  <dcterms:modified xsi:type="dcterms:W3CDTF">2021-02-02T07:41:18Z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Benutzerdefiniert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1</vt:i4>
  </property>
</Properties>
</file>